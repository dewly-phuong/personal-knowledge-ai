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204000" cy="68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40000"/>
            <a:ext cx="12204000" cy="18000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26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TechVision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52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77F00"/>
                </a:solidFill>
              </a:rPr>
              <a:t>BÁO CÁO DOANH THU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600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Trình bày với Ban Lãnh Đạo  |  Tháng 1 – Tháng 10,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44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Tóm Tắt KPI – Tháng 1 đến Tháng 10/2024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12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Hiệu suất kinh doanh tổng thể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440000"/>
            <a:ext cx="2340000" cy="180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999" y="1728000"/>
            <a:ext cx="212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6.97B 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999" y="2700000"/>
            <a:ext cx="21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Tổng DT tích lũy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0" y="1440000"/>
            <a:ext cx="2340000" cy="180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8000" y="1728000"/>
            <a:ext cx="212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815M 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8000" y="2700000"/>
            <a:ext cx="21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MRR hiện tại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0" y="1440000"/>
            <a:ext cx="2340000" cy="180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8000" y="1728000"/>
            <a:ext cx="212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8000" y="2700000"/>
            <a:ext cx="21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KH Active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60000" y="1440000"/>
            <a:ext cx="2340000" cy="180000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8000" y="1728000"/>
            <a:ext cx="212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71.0%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8000" y="2700000"/>
            <a:ext cx="21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Gross Margin TB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44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Xu Hướng MRR – Tháng 1 đến Tháng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12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Monthly Recurring Revenue growth trajectory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188000"/>
            <a:ext cx="10800000" cy="50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44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Doanh Thu Thực Tế theo Tháng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12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Phân tích biến động doanh thu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188000"/>
            <a:ext cx="10800000" cy="504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44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Phân Bổ Doanh Thu Theo Sản Phẩm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12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Product revenue mix YTD 2024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152000"/>
            <a:ext cx="11844000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44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Gross Margin &amp; Tăng Trưởng Khách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12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Chỉ số sức khỏe kinh doanh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152000"/>
            <a:ext cx="11844000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204000" cy="125999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Nhận Xét &amp; Định Hướng 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620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62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7F00"/>
                </a:solidFill>
              </a:rPr>
              <a:t>MRR tăng trưởng 171%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90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FF"/>
                </a:solidFill>
              </a:rPr>
              <a:t>Từ 301M (T1) lên 815M (T10) – tốc độ tăng trưởng bền vững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412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0000" y="2412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7F00"/>
                </a:solidFill>
              </a:rPr>
              <a:t>Gross Margin cải thiện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2700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FF"/>
                </a:solidFill>
              </a:rPr>
              <a:t>Từ 68.5% lên 72.5% – mô hình SaaS đang scale hiệu quả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204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0000" y="3204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7F00"/>
                </a:solidFill>
              </a:rPr>
              <a:t>Churn tháng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0000" y="3492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FF"/>
                </a:solidFill>
              </a:rPr>
              <a:t>BacNinh Manufacturing churn – cần review quy trình renewal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3996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0000" y="399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7F00"/>
                </a:solidFill>
              </a:rPr>
              <a:t>Mục tiêu 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0000" y="4284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FF"/>
                </a:solidFill>
              </a:rPr>
              <a:t>Đạt MRR 1.2B ₫, ký thêm 3 Enterprise, NRR ≥ 110%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6552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77777"/>
                </a:solidFill>
              </a:rPr>
              <a:t>TechVision AI  |  Revenue Board Deck  |  Tháng 10/2024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