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204000" cy="68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0"/>
            <a:ext cx="12204000" cy="1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TechVision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4D8"/>
                </a:solidFill>
              </a:rPr>
              <a:t>Q3/2024 OKR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Q3/2024 (01/07/2024 – 30/09/2024)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Bảo mật nội bộ  |  Ban lãnh đạo TechVision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Tổng Quan OKR Q3/2024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Đánh giá kết quả theo mục tiêu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260000"/>
            <a:ext cx="3420000" cy="19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368000"/>
            <a:ext cx="32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Tăng trưởng doanh thu và mở rộng thị trư…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052000"/>
            <a:ext cx="320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8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FF"/>
                </a:solidFill>
              </a:rPr>
              <a:t>3 Key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0" y="1260000"/>
            <a:ext cx="3420000" cy="19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0" y="1368000"/>
            <a:ext cx="32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Nâng cao chất lượng sản phẩm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2052000"/>
            <a:ext cx="320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2628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FF"/>
                </a:solidFill>
              </a:rPr>
              <a:t>3 Key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3999" y="1260000"/>
            <a:ext cx="3420000" cy="198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2000" y="1368000"/>
            <a:ext cx="32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Xây dựng đội ngũ kỹ thuật vững mạnh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2000" y="2052000"/>
            <a:ext cx="320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2628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FF"/>
                </a:solidFill>
              </a:rPr>
              <a:t>3 Key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Tăng trưởng doanh thu và mở rộng thị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Key Results – Q3/2024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Đạt doanh thu 8 tỷ VNĐ trong Q3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0000" y="1296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0000" y="1296000"/>
            <a:ext cx="9072000" cy="50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72000" y="1260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7200000000VNĐ / 8000000000VNĐ  (90%)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52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Ký mới 5 hợp đồng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000" y="2088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0000" y="2088000"/>
            <a:ext cx="8063999" cy="50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72000" y="2052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4hợp đồng / 5hợp đồng  (80%)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844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Tỷ lệ churn khách hàng dưới 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2880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0000" y="2880000"/>
            <a:ext cx="10080000" cy="50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72000" y="2844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2.4% / 3%  (100%)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Nâng cao chất lượng sản phẩm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Key Results – Q3/2024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Ra mắt model NLP v2.0 với accuracy ≥ 92%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0000" y="1296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0000" y="1296000"/>
            <a:ext cx="10080000" cy="50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72000" y="1260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93.5% / 92% 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52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Giảm latency API xuống dưới 200ms (p99)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000" y="2088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0000" y="2088000"/>
            <a:ext cx="10080000" cy="50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72000" y="2052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185ms / 200ms  (100%)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844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Tăng điểm CSAT sản phẩm từ 4.1 lên 4.5/5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2880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0000" y="2880000"/>
            <a:ext cx="7056000" cy="50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72000" y="2844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4.3điểm / 4.5điểm  (70%)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Xây dựng đội ngũ kỹ thuật vững mạnh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Key Results – Q3/2024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Tuyển thêm 3 Senior Engineer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0000" y="1296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0000" y="1296000"/>
            <a:ext cx="6753600" cy="504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72000" y="1260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2người / 3người  (67%)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52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Tỷ lệ giữ chân nhân tài ≥ 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000" y="2088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0000" y="2088000"/>
            <a:ext cx="10080000" cy="50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72000" y="2052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95% / 90%  (100%)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844000"/>
            <a:ext cx="115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100% nhân viên hoàn thành ít nhất 1 khóa đào tạo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2880000"/>
            <a:ext cx="10080000" cy="50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0000" y="2880000"/>
            <a:ext cx="8568000" cy="50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72000" y="2844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85% / 100%  (85%)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OKR Theo Phòng 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Engineering · AI Research ·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88000"/>
            <a:ext cx="11340000" cy="251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Kỹ thuật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656000"/>
            <a:ext cx="11340000" cy="251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6920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AI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124000"/>
            <a:ext cx="11340000" cy="251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2160000"/>
            <a:ext cx="72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Sản phẩm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Trạng Thái Dự Án Q3/2024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Tiến độ và ngân sách theo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VisionChat – AI Customer Support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0000" y="1188000"/>
            <a:ext cx="10080000" cy="57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0000" y="1188000"/>
            <a:ext cx="6552000" cy="576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72000" y="1152000"/>
            <a:ext cx="5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65%  |  Budget: 2500M  |  Spent: 1450M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052000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DataPulse – Business Intelligence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000" y="2088000"/>
            <a:ext cx="10080000" cy="57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0000" y="2088000"/>
            <a:ext cx="3225600" cy="576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72000" y="2052000"/>
            <a:ext cx="5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32%  |  Budget: 1800M  |  Spent: 620M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95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SaigonBank AI Chatbot (Khách hàng: SaigonBank)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2987999"/>
            <a:ext cx="10080000" cy="57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20000" y="2987999"/>
            <a:ext cx="10080000" cy="57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72000" y="2951999"/>
            <a:ext cx="5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100%  |  Budget: 3200M  |  Spent: 3050M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85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Internal AI Model Platform (MLOps)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0000" y="3887999"/>
            <a:ext cx="10080000" cy="57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0000" y="3887999"/>
            <a:ext cx="4031999" cy="5760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72000" y="3851999"/>
            <a:ext cx="5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40%  |  Budget: 800M  |  Spent: 230M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8000"/>
            <a:ext cx="12204000" cy="14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Kế Hoạch Q4/2024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600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🎯  Đạt doanh thu 12 tỷ VNĐ trong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4176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🚀  Ra mắt VisionChat 3.0 với Voice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475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👥  Tuyển thêm 5 kỹ sư (Backend +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5328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🤝  Ký mới 3 hợp đồng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640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</a:rPr>
              <a:t>TechVision AI  |  Q3 Review  |  Tháng 10/2024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